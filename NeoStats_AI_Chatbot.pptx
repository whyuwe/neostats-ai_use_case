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182880"/>
            <a:ext cx="1828800" cy="1828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0584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NeoStats AI Chatbot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11480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Blueprint — Imagine, Build, Solve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11480" y="2560320"/>
            <a:ext cx="5303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• Document Q&amp;A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496312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96312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81144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1144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Support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65976" y="28346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65976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148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Case Study  |  NeoStats  |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OBJECTIVE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5394960" cy="1600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intelligent conversational AI that can draw from internal knowledge bases, stay current with real-time information, and adapt response depth to user needs — all in one unified interface.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97880" y="1143000"/>
            <a:ext cx="2926080" cy="160020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35040" y="1600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AI chatbot with RAG, live web search, and configurable response modes using LangChain + Streamlit.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743200" cy="169164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3063240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78408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queries via natural language conversation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64408" y="2926080"/>
            <a:ext cx="2743200" cy="1691640"/>
          </a:xfrm>
          <a:prstGeom prst="rect">
            <a:avLst/>
          </a:prstGeom>
          <a:solidFill>
            <a:srgbClr val="1A2E45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06324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22776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2900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context from documents or the live web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08776" y="2926080"/>
            <a:ext cx="2743200" cy="1691640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3063240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67144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73368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concise or detailed, accurate answers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APPROACHED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1097280" cy="10972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16642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143000"/>
            <a:ext cx="1097280" cy="10972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143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5740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6642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1143000"/>
            <a:ext cx="1097280" cy="10972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143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9476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16642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1143000"/>
            <a:ext cx="1097280" cy="10972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143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664208"/>
            <a:ext cx="27432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1143000"/>
            <a:ext cx="1097280" cy="10972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143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6948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859536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Pillars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" y="3739896"/>
            <a:ext cx="5486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each feature isolated in its own util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65176" y="4306824"/>
            <a:ext cx="5486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chains for clean, composable LLM pipelines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0016" y="3739896"/>
            <a:ext cx="5486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design — swap OpenAI ↔ Groq ↔ Gemini freely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0016" y="4306824"/>
            <a:ext cx="5486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everywhere — no unhandled crashes in production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749040" cy="384048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neostats_chatbot/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config/config.py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models/llm.py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models/embeddings.py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utils/chat_utils.py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utils/rag_utils.py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utils/search_utils.py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599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app.py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requirements.txt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1078992"/>
            <a:ext cx="4663440" cy="3840480"/>
          </a:xfrm>
          <a:prstGeom prst="rect">
            <a:avLst/>
          </a:prstGeom>
          <a:solidFill>
            <a:srgbClr val="1A2E45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11704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Chain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162763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6276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73952" y="2304288"/>
            <a:ext cx="54864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49631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4963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(system + history + input)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73952" y="3172968"/>
            <a:ext cx="54864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36499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36499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(OpenAI / Groq / Gemini)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73952" y="4041648"/>
            <a:ext cx="54864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233672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423367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StrOutputParser → string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78308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07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Document Q&amp;A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556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PDF, TXT, DOCX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(cosine similarity)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local embeddings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 retrieval → LLM context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206240" cy="178308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4688" y="1207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37760" y="1755648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API (primary, LLM-optimised)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fallback (no key needed)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injected into LangChain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 in responses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3035808"/>
            <a:ext cx="4206240" cy="1783080"/>
          </a:xfrm>
          <a:prstGeom prst="rect">
            <a:avLst/>
          </a:prstGeom>
          <a:solidFill>
            <a:srgbClr val="1A2E45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2968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1455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Modes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7200" y="369417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Concise: 2-3 sentence summaries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Detailed: thorough with examples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in sidebar — instant switch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appended to system prompt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035808"/>
            <a:ext cx="4206240" cy="1783080"/>
          </a:xfrm>
          <a:prstGeom prst="rect">
            <a:avLst/>
          </a:prstGeom>
          <a:solidFill>
            <a:srgbClr val="1A2E45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72968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04688" y="314553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937760" y="3694176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Groq: Llama3-70b, Mixtral, Gemma2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GPT-4o, GPT-4o-mini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Gemini: 1.5-flash, 1.5-pro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get_model() factory function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303520" cy="178308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749808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7276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15568" y="187452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1572768"/>
            <a:ext cx="749808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7864" y="157276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187452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1572768"/>
            <a:ext cx="749808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57276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(FAISS)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6352" y="187452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98648" y="1572768"/>
            <a:ext cx="749808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157276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66744" y="187452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572768"/>
            <a:ext cx="749808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57276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17136" y="1874520"/>
            <a:ext cx="9144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1572768"/>
            <a:ext cx="749808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1572768"/>
            <a:ext cx="749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999232"/>
            <a:ext cx="5303520" cy="160020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09067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Pipeline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3493008"/>
            <a:ext cx="86868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4930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34440" y="3794760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53312" y="3493008"/>
            <a:ext cx="86868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3312" y="34930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DDG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40280" y="3794760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9152" y="3493008"/>
            <a:ext cx="86868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34930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3794760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64992" y="3493008"/>
            <a:ext cx="86868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4930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51960" y="3794760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0832" y="3493008"/>
            <a:ext cx="868680" cy="658368"/>
          </a:xfrm>
          <a:prstGeom prst="roundRect">
            <a:avLst>
              <a:gd name="adj" fmla="val 9722"/>
            </a:avLst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70832" y="349300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0720" y="1078992"/>
            <a:ext cx="3108960" cy="3520440"/>
          </a:xfrm>
          <a:prstGeom prst="rect">
            <a:avLst/>
          </a:prstGeom>
          <a:solidFill>
            <a:srgbClr val="1A2E45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60720" y="1572768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15727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4360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2084832"/>
            <a:ext cx="54864" cy="34747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2084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943600" y="2322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 + Memory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60720" y="2596896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2596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943600" y="2834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60720" y="3108960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943600" y="3346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760720" y="3621024"/>
            <a:ext cx="54864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0" y="36210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/ DDG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943600" y="3858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760720" y="4133088"/>
            <a:ext cx="5486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41330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OpenAI / Gemini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943600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06240" cy="182880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243584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2435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Version Compatibility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LangChain v0.2+ restructured imports across langchain-core, langchain-community, and provider packages.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Pinned exact versions in requirements.txt; used langchain-core for shared interfaces and provider-specific packages for models.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206240" cy="1828800"/>
          </a:xfrm>
          <a:prstGeom prst="rect">
            <a:avLst/>
          </a:prstGeom>
          <a:solidFill>
            <a:srgbClr val="1A2E45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243584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59552" y="12435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Embedding Consistency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Vectorstore loaded with a different embedding model than it was built with caused silent dimension mismatch errors.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Centralised embedding model in config.py; always call get_embeddings() from the same entry point for build and load.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1828800"/>
          </a:xfrm>
          <a:prstGeom prst="rect">
            <a:avLst/>
          </a:prstGeom>
          <a:solidFill>
            <a:srgbClr val="1A2E45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182112"/>
            <a:ext cx="530352" cy="530352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82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vs. Batch Response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Streamlit's st.chat_message widget requires full string for st.markdown(); streaming tokens needed custom handling.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Used non-streaming chain.invoke() for stability; architecture supports streaming via st.write_stream() in future.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206240" cy="18288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182112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182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3182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 Quality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6758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DuckDuckGo fallback returns raw HTML snippets that confuse the LLM when injected as raw context.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4224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Added format_search_results() in search_utils.py to clean and structure results before prompt injection.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356616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704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Deployment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16824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 repository (no API keys committed)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22860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repo to Streamlit Cloud (streamlit.io/cloud)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7121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9264" y="288950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entry point: app.py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9264" y="34930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secrets in Streamlit Cloud dashboard: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GROQ_API_KEY, OPENAI_API_KEY, TAVILY_API_KEY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" y="40965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 app is live with shareable URL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078992"/>
            <a:ext cx="3337560" cy="1508760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0992" y="1188720"/>
            <a:ext cx="640080" cy="6400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Streamlit Cloud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50992" y="1874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your-app.streamlit.app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0" y="2743200"/>
            <a:ext cx="3337560" cy="1901952"/>
          </a:xfrm>
          <a:prstGeom prst="rect">
            <a:avLst/>
          </a:prstGeom>
          <a:solidFill>
            <a:srgbClr val="1A2E45"/>
          </a:solidFill>
          <a:ln w="1524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66928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Practices</a:t>
            </a:r>
            <a:endParaRPr lang="en-US" sz="13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329184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989320" y="32918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 in source code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361188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989320" y="3611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covers .env &amp; secrets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393192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989320" y="393192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os.environ.get() for all keys</a:t>
            </a:r>
            <a:endParaRPr lang="en-US" sz="11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4251960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989320" y="42519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secrets for cloud vars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868680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50292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002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2633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· Streamlit · FAISS · Tavily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1480" y="3337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✓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103120" y="3337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94760" y="3337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9476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✓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0" y="3337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Concise/Detailed ✓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78040" y="333756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✓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14400" y="44622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NeoStats  ·  AI Engineer Case Study  · 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NeoStats AI Chatbot — Case Study</dc:title>
  <dc:subject>PptxGenJS Presentation</dc:subject>
  <dc:creator>NeoStats</dc:creator>
  <cp:lastModifiedBy>NeoStats</cp:lastModifiedBy>
  <cp:revision>1</cp:revision>
  <dcterms:created xsi:type="dcterms:W3CDTF">2026-03-13T06:26:43Z</dcterms:created>
  <dcterms:modified xsi:type="dcterms:W3CDTF">2026-03-13T06:26:43Z</dcterms:modified>
</cp:coreProperties>
</file>